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nitin-singh-2271b32b4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0" cy="10058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20040" y="5029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NITIN SINGH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241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Computer Science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Student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691640"/>
            <a:ext cx="2103120" cy="0"/>
          </a:xfrm>
          <a:prstGeom prst="line">
            <a:avLst/>
          </a:prstGeom>
          <a:noFill/>
          <a:ln w="9525">
            <a:solidFill>
              <a:srgbClr val="CADCFC">
                <a:alpha val="60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0040" y="18745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217627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23774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nitinsinghcse16@gmail.com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320040" y="267004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000" dirty="0"/>
          </a:p>
        </p:txBody>
      </p:sp>
      <p:sp>
        <p:nvSpPr>
          <p:cNvPr id="10" name="Text 8">
            <a:hlinkClick r:id="rId1" tooltip=""/>
          </p:cNvPr>
          <p:cNvSpPr txBox="1"/>
          <p:nvPr/>
        </p:nvSpPr>
        <p:spPr>
          <a:xfrm>
            <a:off x="320040" y="287121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linkedin.com/in/nitin-singh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3246120"/>
            <a:ext cx="2103120" cy="0"/>
          </a:xfrm>
          <a:prstGeom prst="line">
            <a:avLst/>
          </a:prstGeom>
          <a:noFill/>
          <a:ln w="9525">
            <a:solidFill>
              <a:srgbClr val="CADCFC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040" y="34015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" y="37033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B.Tech, CSE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320040" y="39044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Institute of Technology (AKTU)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320040" y="422452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2029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320040" y="449884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12 — 86.85%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20040" y="471830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10 — 81.54%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20040" y="49377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 Main — Qualified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5285232"/>
            <a:ext cx="2103120" cy="0"/>
          </a:xfrm>
          <a:prstGeom prst="line">
            <a:avLst/>
          </a:prstGeom>
          <a:noFill/>
          <a:ln w="9525">
            <a:solidFill>
              <a:srgbClr val="CADCFC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20040" y="54406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SKILLS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20040" y="5742432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/ C++</a:t>
            </a:r>
            <a:endParaRPr lang="en-US" sz="10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JavaScript</a:t>
            </a:r>
            <a:endParaRPr lang="en-US" sz="10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&amp; Algorithms</a:t>
            </a:r>
            <a:endParaRPr lang="en-US" sz="10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(learner)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7269480"/>
            <a:ext cx="2103120" cy="0"/>
          </a:xfrm>
          <a:prstGeom prst="line">
            <a:avLst/>
          </a:prstGeom>
          <a:noFill/>
          <a:ln w="9525">
            <a:solidFill>
              <a:srgbClr val="CADCFC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20040" y="74249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20040" y="77266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</a:t>
            </a:r>
            <a:endParaRPr lang="en-US" sz="10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Development</a:t>
            </a:r>
            <a:endParaRPr lang="en-US" sz="10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3108960" y="50292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 OBJECTIVE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108960" y="850392"/>
            <a:ext cx="502920" cy="411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108960" y="96012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Computer Science Engineering student with a strong interest in software development and problem solving. Currently strengthening skills in programming, data structures, and web development while building practical, hands-on projects.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3108960" y="196596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108960" y="2313432"/>
            <a:ext cx="502920" cy="411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108960" y="24231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Management System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3108960" y="269748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Tkinter · MySQL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3108960" y="2999232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desktop application to manage student records with a Tkinter-based graphical interface.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 MySQL backend for persistent, structured data storage and retrieval.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3108960" y="39776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Project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3108960" y="425196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JavaScript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3108960" y="4553712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 responsive website using core front-end web technologies.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on clean structure, styling, and interactive elements with JavaScript.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3108960" y="553212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STRENGTHS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108960" y="5879592"/>
            <a:ext cx="502920" cy="411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8" name="Shape 36"/>
          <p:cNvSpPr/>
          <p:nvPr/>
        </p:nvSpPr>
        <p:spPr>
          <a:xfrm>
            <a:off x="3108960" y="603504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3364992" y="5934456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Thinker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3364992" y="6208776"/>
            <a:ext cx="3995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mathematical foundation applied to logical problem-solving.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108960" y="681228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3364992" y="6711696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Learner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3364992" y="6986016"/>
            <a:ext cx="3995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Actively building skills across DSA, web development, and Git workflows.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108960" y="758952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3364992" y="7488936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Builder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3364992" y="7763256"/>
            <a:ext cx="3995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Prefers learning through real projects over theory alone.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3108960" y="964692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available upon request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2026-09-03T00:06:10Z</dcterms:created>
  <dcterms:modified xsi:type="dcterms:W3CDTF">2026-09-03T00:06:10Z</dcterms:modified>
</cp:coreProperties>
</file>